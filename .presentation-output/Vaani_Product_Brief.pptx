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c5fbade8ae4069" /><Relationship Type="http://schemas.openxmlformats.org/officeDocument/2006/relationships/extended-properties" Target="/docProps/app.xml" Id="R1a93afaf53ed453f" /><Relationship Type="http://schemas.openxmlformats.org/officeDocument/2006/relationships/officeDocument" Target="/ppt/presentation.xml" Id="R5b9f025a315245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4144cf9e644262"/>
  </p:sldMasterIdLst>
  <p:notesMasterIdLst>
    <p:notesMasterId xmlns:r="http://schemas.openxmlformats.org/officeDocument/2006/relationships" r:id="R049755e404334db1"/>
  </p:notesMasterIdLst>
  <p:sldIdLst>
    <p:sldId xmlns:r="http://schemas.openxmlformats.org/officeDocument/2006/relationships" id="256" r:id="R71603c91dd014af5"/>
    <p:sldId xmlns:r="http://schemas.openxmlformats.org/officeDocument/2006/relationships" id="257" r:id="R1b29827da31e4975"/>
    <p:sldId xmlns:r="http://schemas.openxmlformats.org/officeDocument/2006/relationships" id="258" r:id="Rd14c48895bb64ff8"/>
    <p:sldId xmlns:r="http://schemas.openxmlformats.org/officeDocument/2006/relationships" id="259" r:id="R8c0946bc66cf4644"/>
    <p:sldId xmlns:r="http://schemas.openxmlformats.org/officeDocument/2006/relationships" id="260" r:id="Rc2e23cabf1944fee"/>
    <p:sldId xmlns:r="http://schemas.openxmlformats.org/officeDocument/2006/relationships" id="261" r:id="Rff7146c092d24c55"/>
    <p:sldId xmlns:r="http://schemas.openxmlformats.org/officeDocument/2006/relationships" id="262" r:id="R1dd2b5eabe214fbf"/>
    <p:sldId xmlns:r="http://schemas.openxmlformats.org/officeDocument/2006/relationships" id="263" r:id="R47aa0e61503546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7fb87de7fb41ea" /><Relationship Type="http://schemas.openxmlformats.org/officeDocument/2006/relationships/slideMaster" Target="/ppt/slideMasters/slideMaster1.xml" Id="R094144cf9e644262" /><Relationship Type="http://schemas.openxmlformats.org/officeDocument/2006/relationships/notesMaster" Target="/ppt/notesMasters/notesMaster1.xml" Id="R049755e404334db1" /><Relationship Type="http://schemas.openxmlformats.org/officeDocument/2006/relationships/presProps" Target="/ppt/presProps.xml" Id="R7583470b86974bb6" /><Relationship Type="http://schemas.openxmlformats.org/officeDocument/2006/relationships/tableStyles" Target="/ppt/tableStyles.xml" Id="R76c2d3fa7c804d89" /><Relationship Type="http://schemas.openxmlformats.org/officeDocument/2006/relationships/slide" Target="/ppt/slides/slide1.xml" Id="R71603c91dd014af5" /><Relationship Type="http://schemas.openxmlformats.org/officeDocument/2006/relationships/slide" Target="/ppt/slides/slide2.xml" Id="R1b29827da31e4975" /><Relationship Type="http://schemas.openxmlformats.org/officeDocument/2006/relationships/slide" Target="/ppt/slides/slide3.xml" Id="Rd14c48895bb64ff8" /><Relationship Type="http://schemas.openxmlformats.org/officeDocument/2006/relationships/slide" Target="/ppt/slides/slide4.xml" Id="R8c0946bc66cf4644" /><Relationship Type="http://schemas.openxmlformats.org/officeDocument/2006/relationships/slide" Target="/ppt/slides/slide5.xml" Id="Rc2e23cabf1944fee" /><Relationship Type="http://schemas.openxmlformats.org/officeDocument/2006/relationships/slide" Target="/ppt/slides/slide6.xml" Id="Rff7146c092d24c55" /><Relationship Type="http://schemas.openxmlformats.org/officeDocument/2006/relationships/slide" Target="/ppt/slides/slide7.xml" Id="R1dd2b5eabe214fbf" /><Relationship Type="http://schemas.openxmlformats.org/officeDocument/2006/relationships/slide" Target="/ppt/slides/slide8.xml" Id="R47aa0e61503546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310a9c508848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d548463e854f45" /><Relationship Type="http://schemas.openxmlformats.org/officeDocument/2006/relationships/notesMaster" Target="/ppt/notesMasters/notesMaster1.xml" Id="R3e943fe2808e41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8076cffaee44f8" /><Relationship Type="http://schemas.openxmlformats.org/officeDocument/2006/relationships/notesMaster" Target="/ppt/notesMasters/notesMaster1.xml" Id="Rdff1a142baec4b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277d17edb04947" /><Relationship Type="http://schemas.openxmlformats.org/officeDocument/2006/relationships/notesMaster" Target="/ppt/notesMasters/notesMaster1.xml" Id="R6a1800454fa44a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65563f27d3496c" /><Relationship Type="http://schemas.openxmlformats.org/officeDocument/2006/relationships/notesMaster" Target="/ppt/notesMasters/notesMaster1.xml" Id="R48a2b78c892741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febff3c72d4e11" /><Relationship Type="http://schemas.openxmlformats.org/officeDocument/2006/relationships/notesMaster" Target="/ppt/notesMasters/notesMaster1.xml" Id="R0955cf4b2d8f44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e7eb178c274327" /><Relationship Type="http://schemas.openxmlformats.org/officeDocument/2006/relationships/notesMaster" Target="/ppt/notesMasters/notesMaster1.xml" Id="Rf15cf1d439af47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57049545c740f3" /><Relationship Type="http://schemas.openxmlformats.org/officeDocument/2006/relationships/notesMaster" Target="/ppt/notesMasters/notesMaster1.xml" Id="R61909b3b5a2d45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5b281751fa431f" /><Relationship Type="http://schemas.openxmlformats.org/officeDocument/2006/relationships/notesMaster" Target="/ppt/notesMasters/notesMaster1.xml" Id="Rf5e86aacc9c142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b161dbcc447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bbc63a28df4c8d" /><Relationship Type="http://schemas.openxmlformats.org/officeDocument/2006/relationships/slideLayout" Target="/ppt/slideLayouts/slideLayout1.xml" Id="R47bb90f1861a4d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bb90f1861a4d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9a2c5cd52462f" /><Relationship Type="http://schemas.openxmlformats.org/officeDocument/2006/relationships/notesSlide" Target="/ppt/notesSlides/notesSlide1.xml" Id="Ra10d10819d8b43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cd33727eb40f0" /><Relationship Type="http://schemas.openxmlformats.org/officeDocument/2006/relationships/notesSlide" Target="/ppt/notesSlides/notesSlide2.xml" Id="R3164bf9c0a0640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f99dbf7d542e2" /><Relationship Type="http://schemas.openxmlformats.org/officeDocument/2006/relationships/notesSlide" Target="/ppt/notesSlides/notesSlide3.xml" Id="Rf6db671bcf5444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0ed77b3d24c99" /><Relationship Type="http://schemas.openxmlformats.org/officeDocument/2006/relationships/notesSlide" Target="/ppt/notesSlides/notesSlide4.xml" Id="Rfdeb56d89d594f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27ef7ccc74c57" /><Relationship Type="http://schemas.openxmlformats.org/officeDocument/2006/relationships/notesSlide" Target="/ppt/notesSlides/notesSlide5.xml" Id="Rad50cdcb63d147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a34a6ed304a70" /><Relationship Type="http://schemas.openxmlformats.org/officeDocument/2006/relationships/notesSlide" Target="/ppt/notesSlides/notesSlide6.xml" Id="R74772198e8a044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59ebd87a1468b" /><Relationship Type="http://schemas.openxmlformats.org/officeDocument/2006/relationships/notesSlide" Target="/ppt/notesSlides/notesSlide7.xml" Id="Rf3947806f5f046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a8d3dac2643ae" /><Relationship Type="http://schemas.openxmlformats.org/officeDocument/2006/relationships/notesSlide" Target="/ppt/notesSlides/notesSlide8.xml" Id="R1dcb078ffb8945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1C251-479B-4E26-BA11-146BC26D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Vaani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80DB3-76AF-4377-910B-CB6A05B8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Revenue voice 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58896-D65F-4410-88C5-2D46F4A7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What is ready, what connects next, and how the platform operates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58B6E-4524-4765-8047-35B6A420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Admin command center · Customer workspace · Realtime calling · CRM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417C5-F36B-4038-B5CC-362D8430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381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8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E36F2-0718-4409-B3C3-C5F7D200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Local product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0E327-92E7-4E3E-A028-D9545E54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VAANI · PRODUCT BRIEF                                      1</a:t>
            </a:r>
          </a:p>
        </p:txBody>
      </p:sp>
    </p:spTree>
    <p:extLst>
      <p:ext uri="{BB962C8B-B14F-4D97-AF65-F5344CB8AC3E}">
        <p14:creationId xmlns:p14="http://schemas.microsoft.com/office/powerpoint/2010/main" val="1093645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504A0-561C-4717-9D98-182D8973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01 ·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8C23E-EC7B-4787-8902-08CB8C5E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Product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572BF-8062-4DB2-8803-F5A4614F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A single workspace for the full lead-to-revenue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1A479-65E8-47FA-BAED-104B3BDD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39D3C-ED3F-4426-87B8-9B4B2273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B8644-9622-4CC1-A483-23EBA995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Meta, Google, website forms, CRM and API leads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D46BD-EB8F-4269-A841-E59923EA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5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E13FB-03E7-432C-A55B-1CC76068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7461F-B239-4D6A-8B34-4A578ABC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337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Intent, language, sentiment, qualification and next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4946D-DE36-4B0D-B6A2-D104C61E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5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99944-5BA4-4BB4-AD59-FA65DE4C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Converse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1C8C0-826E-4390-AAF1-D6699576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Realtime browser voice, telephony adapters and multilingual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6A72B-2FD1-4465-95E6-408CD661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95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EA8DD-72F3-45DE-971B-C28BF4C7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F5EB1-F1D1-4FA2-B07B-1DB2C840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CRM updates, appointments, WhatsApp, email and payment links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286E1-F7EB-45C4-A145-621B9429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5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4F17B-C045-4BAD-BAE0-76B8A1B2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4AD66-B081-4EC8-B34B-32F2B109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Billing, credits, roles, audit, QA, alerts and provider health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FF569-AFBB-40A2-8855-116C9A6C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VAANI · PRODUCT BRIEF             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1249028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354D2-B19E-4060-AC05-686EB9BD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02 · CURRENT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7B65E-AAAF-4D0E-A962-33DF880E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What is implemented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C5B43-B786-4D88-B01B-18A84591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0D8C3-0462-4D57-A115-1D8E174E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030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Customer portal with CRM, campaigns, agents, workflows and knowledge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80231-648C-44E7-82E9-C31C3D0F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16797-8C03-4ADF-AD9C-911C903C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30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Admin portal with customers, KYC, billing, providers, support and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5D940-5B4F-4392-9C80-70F8F16A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F9AF9-0B2B-4140-86EB-AFAB1051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030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Secure sessions, RBAC, password reset, encrypted provider secrets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D3563-86A8-4B7B-A535-D7D86568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F825E-40BE-40D0-8D21-8D485771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030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Real usage telemetry, p95 latency, provider cost and health 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D6186-BCCD-4688-ABE0-828DFBF9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2BF66-3839-4462-B8AC-8F7F97BC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030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Lead forms, popup publishing, webhooks, API keys and documentation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5A3A7-A473-4E27-9FBE-4791B188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0B12F-9D1F-4F01-B8B2-A268C862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30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Payment-link orchestration with WhatsApp confirmation and email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8F0DE-7343-49A5-87C2-F043F5DD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VAANI · PRODUCT BRIEF                                      3</a:t>
            </a:r>
          </a:p>
        </p:txBody>
      </p:sp>
    </p:spTree>
    <p:extLst>
      <p:ext uri="{BB962C8B-B14F-4D97-AF65-F5344CB8AC3E}">
        <p14:creationId xmlns:p14="http://schemas.microsoft.com/office/powerpoint/2010/main" val="15186899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40BA58-02AC-40CE-9881-F5E01F3C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03 · 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A51B3-851E-4823-8F79-C1534F03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A customer’s daily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A81B6-5EF3-44AF-84E3-78ED7270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924050" cy="23812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F092D-763C-4440-BD60-66109015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540DE-B613-4D71-876E-48C2BB64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F1027-379C-4BCC-9F27-4DF67A29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Choose provider, number, CRM or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153A2-64EA-42BA-A811-ECA9CF04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924050" cy="23812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44AB9-D077-47B3-9CEE-ABCE4D58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8ECCE-A4EA-49A3-A93D-4E4A205E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9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Configure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D1755-3A19-48E6-BB75-7DAE55D3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480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Pick a playbook, language, voice and guardrails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787D2-1BAF-48BD-BE41-A952F68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1924050" cy="23812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EF9B3-295D-4DF1-B753-BEE4D93C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241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96F80-0315-4499-BDB2-163879F6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5A3E3-5105-43D0-A242-78050E9C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480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Use text or browser voice without placing a phone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F18A6-0FE8-4ACF-A2ED-C8A6A33E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1924050" cy="23812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894B2-9C9C-43EA-87DE-540021AE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241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53B19-0AFD-4768-AC96-650D830A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09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Launch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86C07-7075-499D-8C69-2474AE65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480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Publish form, verify number and start a campaign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030862-E24D-424B-A2EA-B6DD8A65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95500"/>
            <a:ext cx="1924050" cy="23812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6231A-2860-4BD1-B43E-D5E2AD84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241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B3D21-24D1-47FF-91BC-7986209A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09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Improve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D6127B-D5FE-48A9-A723-21E0D7A8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480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Review recordings, QA scores, objections and conversions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D900A-3866-4673-B79E-AECC493A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VAANI · PRODUCT BRIEF             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1713997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AC2B8-F2B0-412A-8D89-8E303093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04 · PLATFORM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018FD-3379-4472-9DD8-3AADBDF8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Admin command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1CA0F-BBB0-4D70-A663-EBAD405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4ED55-2878-48AA-A9DE-3D2051A6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Live tenants, calls, credits, invoices, numbers and open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4B622-72FC-428F-B6A4-F9A8699B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CD648-DFDA-44E3-BFFA-D5CC00E3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Provider configuration for OpenAI, Anthropic, ElevenLabs, Sarvam, Exotel and payments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722A6-CB79-4A4E-8DB8-6F354959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93517-1591-4412-9C9D-CE0E378D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Real p95 latency, usage volume, error rate and unit economics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3F22A-A11D-41E5-A836-32B18670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D245C-B89B-41CA-B8BB-FE60FDD4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KYC review, approvals, ticket replies, plan controls and audit trail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2D576-2423-4889-A1AB-C6B8D5F6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8D7A5-FDFF-442B-916C-6CED1EE5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System health explicitly reports healthy, degraded, unhealthy, unknown or maintenance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D0BBF-0111-486D-8413-03018846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VAANI · PRODUCT BRIEF                        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2477215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0A21A-7E8A-46F4-9A4D-85CADBC8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05 · AUTOMATION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1751A-B83B-4593-BEDB-044ABECA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Integrations by click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DF544-D79D-44D2-A0AB-E5582D67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The UI is connection-ready. Production automation starts after credentials and provider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C1057-2E20-47F2-AE2F-4267A5C7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510B1-EEE8-410B-99F8-3C3AB3E9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Google Sheets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E8FE4-2406-44E1-B0AB-7770BB3E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OAuth → select spreadsheet → map columns → sync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7BF6B-F22C-4686-86C8-DA6B8355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53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0C94B-9A87-45CF-BEC5-83D40A8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Meta / Google 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219D8-6BBE-47AB-BCDB-5F86B88D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OAuth → choose page/form → signed lead webhook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19CA2-863D-4524-8518-BD4DFFBC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53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16E4A-8234-4AEC-B88E-18BF7798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WhatsApp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85C3E-9223-481B-A2CB-FD726180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Business verification → template approval → delivery webhook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24D2D-50E6-48AD-9BB3-4ADB6669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53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049EA-B54D-483C-A1E8-D5BE7F49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Razorpay / Stripe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072BB-88EF-49C3-A570-5896D0D4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Live keys → signed webhook → invoice + credit ledger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3F011-2DF6-4953-BFD4-3F92CB15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53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1EED6-3614-4E04-B1AF-C0DF4C6F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Telephony / SIP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B55BFD-9004-4869-B20C-B537432E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9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Provider credentials → KYC → TLS/SRTP → media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0452F-469D-4E82-8748-95E6D28E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VAANI · PRODUCT BRIEF                                      6</a:t>
            </a:r>
          </a:p>
        </p:txBody>
      </p:sp>
    </p:spTree>
    <p:extLst>
      <p:ext uri="{BB962C8B-B14F-4D97-AF65-F5344CB8AC3E}">
        <p14:creationId xmlns:p14="http://schemas.microsoft.com/office/powerpoint/2010/main" val="4371125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20850-783D-4FF6-851C-44AC4890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06 · TRAINING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A9A07-E75E-4FBA-B10D-B0629062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Recording to agent improvement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C2FFD-B6B4-408A-924D-A272895F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7B30E-1E5A-448C-809C-B0CCCBAA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Upload or ingest a consented call recording into Document inbox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6017C-DE4F-4DDA-B132-8DDBA8F9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B98AE-8BFA-4C65-8BCD-E7A9CE2E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Transcribe, redact sensitive data and attach the correct customer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6A9E5-FCAF-4361-A749-9AE1FF0E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6CF54-FD53-4FFA-95AD-7067AC2D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Extract objections, successful phrases, policy gaps and language patterns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B4B38-FD73-4F64-A281-DECB00DF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1ECE0-8CB9-4BFA-9A83-A3B636B0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Human reviews examples before adding them to the company playbook or knowledge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79877-3D1D-48AE-AF26-9D61BC70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7B7DB-5923-4130-B969-993A7C3B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Run test conversations and QA scorecards before publishing a new agent 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7180A-2E87-4C91-A46F-81A16B34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Guardrail: recordings improve prompts and knowledge only after consent, review and tenant authorization.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CF8A7-87AC-47BD-9D5E-71BF81C8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VAANI · PRODUCT BRIEF                                      7</a:t>
            </a:r>
          </a:p>
        </p:txBody>
      </p:sp>
    </p:spTree>
    <p:extLst>
      <p:ext uri="{BB962C8B-B14F-4D97-AF65-F5344CB8AC3E}">
        <p14:creationId xmlns:p14="http://schemas.microsoft.com/office/powerpoint/2010/main" val="6330576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BE312-72DE-4550-819A-9065AF2C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07 · DELIVERY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623F2-4516-4B34-A827-76DBF522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Timeline and next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5703F-A513-4348-96EA-9720EC08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5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9E2C1-4BA7-446E-A921-45731F62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90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White-label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54ED5-D45A-41BE-91DD-DE679A20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907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6–8 weeks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9AA36-7316-4946-964B-0A94460B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716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Brand settings, tenant domains, custom email, theme tokens, isolation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72A93-5D69-48B9-BC80-FF77E417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5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27A0C-5555-45C1-A197-DB42D868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Android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2BC50-EAB9-47B0-9662-AE689A70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670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8–12 weeks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12297-39F4-4B84-AF54-71E295C0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479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React Native shell, push, call controls, secure auth, store QA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A2643-5BAF-42D5-BCD8-F32DF790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95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235B6-7CC5-441E-A64D-9204E3C6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iOS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90022-B9BC-4899-BBAF-5BC2CD45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433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8–12 weeks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5E82C-88C6-4F38-8196-92CF6DB4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242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Native audio permissions, CallKit, push, store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886FF-9DF2-49E0-8A91-F77BFBF6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5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386C8-2AAA-44D4-8527-1793F973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Production activation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C1DFA-7FD3-4E96-AF11-EF807E37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9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C84B"/>
                </a:solidFill>
                <a:latin typeface="Helvetica Neue"/>
                <a:ea typeface="Helvetica Neue"/>
                <a:cs typeface="Helvetica Neue"/>
              </a:rPr>
              <a:t>1–3 weeks after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20EFD4-A510-4E3E-968A-DF579D98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005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Provider keys, KYC, WhatsApp templates, webhooks, HTTPS and load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B0BF0-15F5-44CE-802B-3C1F03AD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317"/>
                </a:solidFill>
                <a:latin typeface="Helvetica Neue"/>
                <a:ea typeface="Helvetica Neue"/>
                <a:cs typeface="Helvetica Neue"/>
              </a:rPr>
              <a:t>The codebase is ready for these gates; the schedule depends on credentials, review cycles and app-store approvals.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DB802-A244-4545-B1D5-C1F09BAA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7D"/>
                </a:solidFill>
                <a:latin typeface="Helvetica Neue"/>
                <a:ea typeface="Helvetica Neue"/>
                <a:cs typeface="Helvetica Neue"/>
              </a:rPr>
              <a:t>VAANI · PRODUCT BRIEF                                      8</a:t>
            </a:r>
          </a:p>
        </p:txBody>
      </p:sp>
    </p:spTree>
    <p:extLst>
      <p:ext uri="{BB962C8B-B14F-4D97-AF65-F5344CB8AC3E}">
        <p14:creationId xmlns:p14="http://schemas.microsoft.com/office/powerpoint/2010/main" val="1615899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2026-09-06T10:25:03.9990000Z</dcterms:created>
  <dcterms:modified xsi:type="dcterms:W3CDTF">2026-09-06T10:25:03.9990000Z</dcterms:modified>
</coreProperties>
</file>